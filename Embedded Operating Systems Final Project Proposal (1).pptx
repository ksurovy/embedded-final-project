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878ffc7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878ffc7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878ffc73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878ffc73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878ffc73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878ffc73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878ffc73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878ffc73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878ffc73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878ffc73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8c58e993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8c58e993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8c58e993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8c58e993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8c58e993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8c58e993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Home System</a:t>
            </a:r>
            <a:endParaRPr/>
          </a:p>
        </p:txBody>
      </p:sp>
      <p:pic>
        <p:nvPicPr>
          <p:cNvPr descr="Three simple house in blue colors and yellow window (Provided by Getty Images)"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6084" y="2797176"/>
            <a:ext cx="2931835" cy="234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project implements a simplified HVAC control system using an embedded microcontroller.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main goals were to: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Detect environmental motion using a PIR sensor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Control heating and cooling indicators using LEDs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Demonstrate real-time scheduling using FreeRTOS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Use interrupts and queues for event-driven processing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Provide live system debugging via UART logging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Overview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ChatGPT Image Apr 22, 2026, 11_42_5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800" y="1017737"/>
            <a:ext cx="6181302" cy="4120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Materials needed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Motion Sensor (Detects motion)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2 LEDs (One for heating, one for cooling)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Nucleo F446RE board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Breadboard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Wires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USB Cord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Wiring/GPIO mapping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All peripherals are connected through GPIO pins: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PIR sensor output → PA1 (external interrupt)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A/C LED → PA6 (GPIO output)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Heater LED → PA7 (GPIO output)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User button → PC13 (external interrupt)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LEDs include 220Ω resistors to limit current and protect GPIO pins.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UART communication uses the onboard ST-Link USB interface (PA2 TX internally routed).</a:t>
            </a:r>
            <a:endParaRPr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FreeRTOS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The system is structured using FreeRTOS to manage concurrency: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Motion Task → processes PIR sensor events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Button Task → handles user input events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HVAC Control Task → determines system state and updates outputs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A FreeRTOS queue is used to safely pass events between interrupt context and tasks, ensuring deterministic execution and avoiding race conditions.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Interrupts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system is fully interrupt-driven: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PIR sensor or button triggers a GPIO interrupt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Interrupt Service Routine (ISR) executes minimal logic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Event is pushed into a FreeRTOS queue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HVAC control task consumes event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System state is updated immediately (Heating or Cooling)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design ensures low latency and real-time responsiveness.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UART and PuTTY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UART is used for real-time system observability: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Baud rate: </a:t>
            </a:r>
            <a:r>
              <a:rPr b="1" lang="en" sz="1600">
                <a:solidFill>
                  <a:schemeClr val="dk1"/>
                </a:solidFill>
              </a:rPr>
              <a:t>115200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Outputs include: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Motion detected / cleared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HVAC state transitions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Button press events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Task-level execution logs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This acts as a lightweight debugging and validation tool without needing external debugging hardware.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system performed reliably during testing: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Motion detection triggered immediate HVAC mode switching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LEDs accurately reflected system state (Heat vs Cool)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Button input successfully toggled system behavior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No noticeable task blocking or missed events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UART logs confirmed correct event sequencing and timing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system demonstrates predictable real-time behavior under FreeRTOS scheduling.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